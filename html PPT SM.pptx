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ce12b9989b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" name="Google Shape;14;g3ce12b9989b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g3ce12b9989b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ce12b9989b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" name="Google Shape;20;g3ce12b9989b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g3ce12b9989b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ce12b9989b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" name="Google Shape;26;g3ce12b9989b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g3ce12b9989b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ce12b9989b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" name="Google Shape;32;g3ce12b9989b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g3ce12b9989b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ce12b9989b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3ce12b9989b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g3ce12b9989b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ce12b9989b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3ce12b9989b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g3ce12b9989b_0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ce12b9989b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3ce12b9989b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ce12b9989b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ce12b9989b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ce12b9989b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ce12b9989b_0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e12b9989b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ce12b9989b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ce12b9989b_0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7" name="Google Shape;1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23" name="Google Shape;23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29" name="Google Shape;2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35" name="Google Shape;35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41" name="Google Shape;4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47" name="Google Shape;47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3" name="Google Shape;5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9" name="Google Shape;5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5" name="Google Shape;6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